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project. Govt of India dataset — road, railway, and crossing accidents across all Indian states and 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raw death counts and fatality rates tell very different stories. This is your main analytical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numbers from your dashboard: 618K total deaths, 88.17% road, 10.55% crossing. Varanasi fatality rate 107.41 is your strongest talking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Composite Risk Score ties Python → SQL (Q6 CTE) → Power BI KPI together. Risk Tier is what drives the dashboard slicer.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(subquery) and Q5 (NTILE) are the two most likely to come up in interviews. Q7 directly validates the Power BI KPI cards — a great connection to mention.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4th KPI card currently shows 'Sum of Overall_Fatality_Rate = 3.86K' — this is wrong. Fix with DAX: DIVIDE(SUM(Total_Died), SUM(Total_Cases))*100. Also add the India filled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Varanasi 107.41% fatality rate is your best talking point — very surprising and memorable. The 3 dashboard fixes show self-awareness which impresses interviewers.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[Your Name].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Traffic Accident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Analyst Project  |  Python · SQL (PostgreSQL) · Power BI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2A358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200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Feature Engineering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320040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2A3580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3200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7 Queries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320040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2A3580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3200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Government of India — NCRB / Road Transport Ministry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Data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EEF3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records over 4 lakh road accidents annually. Raw death counts mislead — large states dominate simply due to size.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Fatality rates and composite risk scores reveal the true danger zones — smaller states can be proportionally 3× more deadly.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crossing accidents are a hidden crisis, often overlooked in national-level reporting.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16002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of India (NCRB)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0391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20391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160+ States, UTs &amp; Cities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4780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247802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raw + 9 engineered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9169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291693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· Railway · Crossing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3558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33558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Cases, Injured, Died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7947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7947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PostgreSQL · Power BI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EDA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43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accidents dominate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88.17% of all traffic deaths come from road accidents. Railway + crossing account for only 11.83% combined.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FEE2E2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143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8328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Fatality rate ≠ death count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265176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states like Varanasi (107.41% fatality rate) massively outrank UP in severity despite fewer total deaths.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143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6364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Crossing: hidden danger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65176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65K crossing deaths — 10.55% of total. States with low raw death counts can rank dangerously high in crossing fatality rate.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new features created from 12 raw columns — turning data into decision-ready signals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581912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3807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/ Rail / Crossing Fatality Rate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" y="17099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100 accidents — severity, not just volume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221992"/>
            <a:ext cx="4114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2478024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768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/ Rail Injury Rate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96112" y="26060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Injuries per 100 accidents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118104"/>
            <a:ext cx="4114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337413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1729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Death Share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35021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danger — crossing deaths as % of total (10.55% nationally)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014216"/>
            <a:ext cx="4114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4270248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0690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Accident Type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6112" y="43982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or Railway — which type rules each state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325880"/>
            <a:ext cx="4114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82312" y="1581912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5148072" y="13807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48072" y="17099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fatality + 30% injury + 20% crossing — one number to rank all states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2221992"/>
            <a:ext cx="4114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82312" y="2478024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5148072" y="22768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(High / Medium / Low)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48072" y="26060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pd.qcut into 3 equal buckets — drives Power BI slicer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17720" y="3118104"/>
            <a:ext cx="4114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82312" y="3374136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5148072" y="31729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Percentile (0–100)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148072" y="35021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position within tier — e.g. Varanasi at 96th percentile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4014216"/>
            <a:ext cx="4114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82312" y="4270248"/>
            <a:ext cx="256032" cy="25603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5148072" y="40690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 (deaths &amp; cases)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148072" y="43982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right skew caused by large states like UP &amp; Maharashtra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 — PostgreSQL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EEF3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Queries Written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states by total deaths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591056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591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365760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659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19659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Fatality rate + state rank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002536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002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NULLIF+RANK()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365760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7744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23774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above national average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2414016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24140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365760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7889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27889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vs Rail vs Crossing breakdown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2825496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28254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Cond. Agg.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3200400"/>
            <a:ext cx="365760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2004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" y="32004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quartile grouping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3236976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32369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NTILE(4)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" y="3611880"/>
            <a:ext cx="365760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61188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" y="36118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crossing danger states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0" y="3648456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3648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rate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8640" y="4023360"/>
            <a:ext cx="365760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0233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05840" y="40233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summary rollup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74720" y="4059936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3474720" y="4059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960120"/>
            <a:ext cx="4069080" cy="3749040"/>
          </a:xfrm>
          <a:prstGeom prst="roundRect">
            <a:avLst>
              <a:gd name="adj" fmla="val 2439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4632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Star Query — Q7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846320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Summary Rollup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54880" y="1847088"/>
            <a:ext cx="388620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1920240"/>
            <a:ext cx="3703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SUM(Total_Cases)  AS total_cases,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SUM(Total_Died)   AS total_deaths,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ROUND(SUM(Total_Died)*100.0/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NULLIF(SUM(Total_Cases),0),2)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national_fatality_rate,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ROUND(SUM(Road_Died)*100.0/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NULLIF(SUM(Total_Died),0),1)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road_death_share_pct,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ROUND(SUM(Rail_Died)*100.0/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NULLIF(SUM(Total_Died),0),1)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rail_death_share_pct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my_cleaned_data;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Result: 618K deaths, 88.2% road,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        10.6% rail, national FR ~39%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46320" y="43708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exact numbers shown on your Power BI KPI cards — validates dashboard accuracy.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3886200"/>
          </a:xfrm>
          <a:prstGeom prst="roundRect">
            <a:avLst>
              <a:gd name="adj" fmla="val 282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(Dropdown)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377440" y="105156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1051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(h/l/m)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0" y="10789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Traffic Accident Analysis | Source: Govt of India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444752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4813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18470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06040" y="1444752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14813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06040" y="18470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Injured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444752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4813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618K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18470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444752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14813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~39%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20840" y="18470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Fatality Rate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2286000"/>
            <a:ext cx="3200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80160" y="25146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🗺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40080" y="3291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Filled Map (add this!)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by state — color intensity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Hotspots: UP · Tamil Nadu · Maharashtra · MP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31920" y="2286000"/>
            <a:ext cx="2286000" cy="23317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77640" y="23591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States by Total Deaths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069080" y="2715768"/>
            <a:ext cx="1920240" cy="118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Shape 26"/>
          <p:cNvSpPr/>
          <p:nvPr/>
        </p:nvSpPr>
        <p:spPr>
          <a:xfrm>
            <a:off x="4069080" y="2880360"/>
            <a:ext cx="1689811" cy="118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9080" y="3044952"/>
            <a:ext cx="768096" cy="118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Shape 28"/>
          <p:cNvSpPr/>
          <p:nvPr/>
        </p:nvSpPr>
        <p:spPr>
          <a:xfrm>
            <a:off x="4069080" y="3209544"/>
            <a:ext cx="576072" cy="118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9080" y="3374136"/>
            <a:ext cx="422453" cy="118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9080" y="3538728"/>
            <a:ext cx="345643" cy="118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Shape 31"/>
          <p:cNvSpPr/>
          <p:nvPr/>
        </p:nvSpPr>
        <p:spPr>
          <a:xfrm>
            <a:off x="4069080" y="3703320"/>
            <a:ext cx="288036" cy="118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Shape 32"/>
          <p:cNvSpPr/>
          <p:nvPr/>
        </p:nvSpPr>
        <p:spPr>
          <a:xfrm>
            <a:off x="4069080" y="3867912"/>
            <a:ext cx="249631" cy="118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9080" y="4032504"/>
            <a:ext cx="211226" cy="118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Shape 34"/>
          <p:cNvSpPr/>
          <p:nvPr/>
        </p:nvSpPr>
        <p:spPr>
          <a:xfrm>
            <a:off x="4069080" y="4197096"/>
            <a:ext cx="192024" cy="118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3977640" y="4343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· Tamil Nadu · Maharashtra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355080" y="228600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00800" y="23591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Share by Type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720840" y="2697480"/>
            <a:ext cx="1463040" cy="1417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1" name="Shape 39"/>
          <p:cNvSpPr/>
          <p:nvPr/>
        </p:nvSpPr>
        <p:spPr>
          <a:xfrm>
            <a:off x="6903720" y="2880360"/>
            <a:ext cx="1097280" cy="10515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446520" y="4187952"/>
            <a:ext cx="118872" cy="1005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6601968" y="4169664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  88.17%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46520" y="4343400"/>
            <a:ext cx="118872" cy="1005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6601968" y="432511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  10.55%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446520" y="4498848"/>
            <a:ext cx="118872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7" name="Text 45"/>
          <p:cNvSpPr/>
          <p:nvPr/>
        </p:nvSpPr>
        <p:spPr>
          <a:xfrm>
            <a:off x="6601968" y="4480560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  1.28%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EEF3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789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47472" cy="3474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&amp; Tamil Nadu lead in raw deaths — but Varanasi has a 107.41% fatality rate, making it proportionally the most dangerous city in the dataset.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crossing deaths (65K / 10.55%) are a hidden crisis — states with low total death counts can rank top 5 in crossing fatality rate.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5661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 reveals 1/3 of states in the High tier need immediate road safety policy intervention.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960120"/>
            <a:ext cx="3154680" cy="3749040"/>
          </a:xfrm>
          <a:prstGeom prst="roundRect">
            <a:avLst>
              <a:gd name="adj" fmla="val 2899"/>
            </a:avLst>
          </a:prstGeom>
          <a:solidFill>
            <a:srgbClr val="D1FAE5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15000" y="10789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15000" y="150876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High-tier states for road safety audits and enforcement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railway crossing barriers — high ROI on lives saved per rupee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Power BI KPI 4: use DAX DIVIDE instead of SUM for fatality rate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India filled map visual — shows geographic accident hotspots at a glance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add population data to normalize per-capita risk by state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Traffic Accident Risk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65176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2A358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9900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01752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618K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29900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84632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88.2%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9900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Share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7512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9900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Fatality Rate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2A358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20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Seaborn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35204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2A358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3520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7 Queries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35204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2A358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520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DAX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20840" y="35204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2A3580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3520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Government of India  |  Project by: [Your Name]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Traffic Accident Risk Analysis</dc:title>
  <dc:subject>PptxGenJS Presentation</dc:subject>
  <dc:creator>PptxGenJS</dc:creator>
  <cp:lastModifiedBy>PptxGenJS</cp:lastModifiedBy>
  <cp:revision>1</cp:revision>
  <dcterms:created xsi:type="dcterms:W3CDTF">2026-06-14T09:37:34Z</dcterms:created>
  <dcterms:modified xsi:type="dcterms:W3CDTF">2026-06-14T09:37:34Z</dcterms:modified>
</cp:coreProperties>
</file>